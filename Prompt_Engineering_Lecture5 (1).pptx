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Principles to Practice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Techniques, Formatting &amp; Style — Session 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work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387157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387705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what you asked for into a repeatable, structured technique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Down, Today We Build On Them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before we move into new territory.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2048256" cy="3246120"/>
          </a:xfrm>
          <a:prstGeom prst="roundRect">
            <a:avLst>
              <a:gd name="adj" fmla="val 5357"/>
            </a:avLst>
          </a:prstGeom>
          <a:solidFill>
            <a:srgbClr val="E2E6F0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work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070" y="255666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Direction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2648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24912" y="2057400"/>
            <a:ext cx="2048256" cy="3246120"/>
          </a:xfrm>
          <a:prstGeom prst="roundRect">
            <a:avLst>
              <a:gd name="adj" fmla="val 5357"/>
            </a:avLst>
          </a:prstGeom>
          <a:solidFill>
            <a:srgbClr val="E2E6F0"/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home/claude/work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062" y="255666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Examples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83464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46904" y="2057400"/>
            <a:ext cx="2048256" cy="3246120"/>
          </a:xfrm>
          <a:prstGeom prst="roundRect">
            <a:avLst>
              <a:gd name="adj" fmla="val 5357"/>
            </a:avLst>
          </a:prstGeom>
          <a:solidFill>
            <a:srgbClr val="E2E6F0"/>
          </a:solidFill>
          <a:ln/>
        </p:spPr>
      </p:sp>
      <p:sp>
        <p:nvSpPr>
          <p:cNvPr id="15" name="Shape 11"/>
          <p:cNvSpPr/>
          <p:nvPr/>
        </p:nvSpPr>
        <p:spPr>
          <a:xfrm>
            <a:off x="5605272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wor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054" y="2556662"/>
            <a:ext cx="555955" cy="5559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6632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Format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56632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168896" y="2057400"/>
            <a:ext cx="2048256" cy="3246120"/>
          </a:xfrm>
          <a:prstGeom prst="roundRect">
            <a:avLst>
              <a:gd name="adj" fmla="val 5357"/>
            </a:avLst>
          </a:prstGeom>
          <a:solidFill>
            <a:srgbClr val="E2E6F0"/>
          </a:solidFill>
          <a:ln/>
        </p:spPr>
      </p:sp>
      <p:sp>
        <p:nvSpPr>
          <p:cNvPr id="20" name="Shape 15"/>
          <p:cNvSpPr/>
          <p:nvPr/>
        </p:nvSpPr>
        <p:spPr>
          <a:xfrm>
            <a:off x="7827264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home/claude/work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046" y="2556662"/>
            <a:ext cx="555955" cy="5559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78624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Quality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78624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390888" y="2057400"/>
            <a:ext cx="2048256" cy="3246120"/>
          </a:xfrm>
          <a:prstGeom prst="roundRect">
            <a:avLst>
              <a:gd name="adj" fmla="val 5357"/>
            </a:avLst>
          </a:prstGeom>
          <a:solidFill>
            <a:srgbClr val="E2E6F0"/>
          </a:solidFill>
          <a:ln/>
        </p:spPr>
      </p:sp>
      <p:sp>
        <p:nvSpPr>
          <p:cNvPr id="25" name="Shape 19"/>
          <p:cNvSpPr/>
          <p:nvPr/>
        </p:nvSpPr>
        <p:spPr>
          <a:xfrm>
            <a:off x="10049256" y="24688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/home/claude/work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7038" y="2556662"/>
            <a:ext cx="555955" cy="55595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0616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Labour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500616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feed into every technique you'll learn today.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From What to Say → How to Say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3538728" cy="3749040"/>
          </a:xfrm>
          <a:prstGeom prst="roundRect">
            <a:avLst>
              <a:gd name="adj" fmla="val 2584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work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682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24328" y="2423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Techniques &amp; Types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generation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538728" cy="3749040"/>
          </a:xfrm>
          <a:prstGeom prst="roundRect">
            <a:avLst>
              <a:gd name="adj" fmla="val 2584"/>
            </a:avLst>
          </a:prstGeom>
          <a:solidFill>
            <a:srgbClr val="1B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/home/claude/work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368296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19088" y="2423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17720" y="315468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17720" y="3931920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generation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generation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092440" y="1920240"/>
            <a:ext cx="3538728" cy="3749040"/>
          </a:xfrm>
          <a:prstGeom prst="roundRect">
            <a:avLst>
              <a:gd name="adj" fmla="val 2584"/>
            </a:avLst>
          </a:prstGeom>
          <a:solidFill>
            <a:srgbClr val="1B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28600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2" descr="/home/claude/work/icons/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368296"/>
            <a:ext cx="521208" cy="5212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13848" y="2423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412480" y="315468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Control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12480" y="3931920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unbounding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Explain-it-like-I'm-5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TECHNIQUES &amp; TYPES ·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Generation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03520" cy="3794760"/>
          </a:xfrm>
          <a:prstGeom prst="roundRect">
            <a:avLst>
              <a:gd name="adj" fmla="val 241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24365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2316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"List 5 pros and 5 cons of remote work, as two separate bulleted lists, no extra commentary."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exact count and the exact structure — the model stops guessing how much is enough.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56235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E2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4231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hours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hiring pool  ...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collaboration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risk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work/life lines  ...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TECHNIQUES &amp; TYPES ·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/>
        </p:spPr>
      </p:sp>
      <p:pic>
        <p:nvPicPr>
          <p:cNvPr id="5" name="Image 0" descr="/home/claude/work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long document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(50+ pages)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794760" y="3108960"/>
            <a:ext cx="731520" cy="0"/>
          </a:xfrm>
          <a:prstGeom prst="line">
            <a:avLst/>
          </a:prstGeom>
          <a:noFill/>
          <a:ln w="317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754880" y="19202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E2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1828" y="2148840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7"/>
          <p:cNvSpPr/>
          <p:nvPr/>
        </p:nvSpPr>
        <p:spPr>
          <a:xfrm>
            <a:off x="548182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846320" y="28803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words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9440" y="19202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E2E6F0"/>
          </a:solidFill>
          <a:ln/>
        </p:spPr>
      </p:sp>
      <p:sp>
        <p:nvSpPr>
          <p:cNvPr id="13" name="Shape 10"/>
          <p:cNvSpPr/>
          <p:nvPr/>
        </p:nvSpPr>
        <p:spPr>
          <a:xfrm>
            <a:off x="7676388" y="2148840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1"/>
          <p:cNvSpPr/>
          <p:nvPr/>
        </p:nvSpPr>
        <p:spPr>
          <a:xfrm>
            <a:off x="767638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040880" y="28803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words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44000" y="19202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E2E6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870948" y="2148840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5"/>
          <p:cNvSpPr/>
          <p:nvPr/>
        </p:nvSpPr>
        <p:spPr>
          <a:xfrm>
            <a:off x="987094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235440" y="28803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words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" y="4572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a fixed context window — feed a giant document in one go and the middle gets lost or truncated. Split first, prompt each chunk, then stitch the results together.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2920" y="54406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4365F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4406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  "Split the following report into ~500-word chunks, breaking only at paragraph boundaries. Number each chunk."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TECHNIQUES &amp; TYPES ·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6" name="Image 0" descr="/home/claude/work/icons/minim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1287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the most important sentences, word-for-word, from the source.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"Extract the 3 most important sentences from this article, unchanged."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56235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E2E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205740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work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403" y="212872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03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55080" y="2834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new sentences that capture the meaning — not copy-pasted.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55080" y="37947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"Summarize this article in 3 bullet points, in your own words, for a non-expert reader."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is safer for facts and figures; abstractive reads better and is more flexible on length — pick based on what the output needs to do.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" name="Image 0" descr="/home/claude/wor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7" y="61447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Activity: List + Summarize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up. Pick one long paragraph from the shared reading (any article works).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80160" y="2148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List Generation prompt to pull the paragraph's 5 key facts as a bulleted list.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02920" y="3136392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280160" y="31363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Summarization prompt for the same paragraph — 3 bullets, abstractive style.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02920" y="4123944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80160" y="41239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prompts on the same LLM. Compare the two outputs side by side.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02920" y="5111496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5111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280160" y="511149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which technique gave a more usable result for this text, and why?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02920" y="61722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be ready to share one before/after in 2 minutes. What actually changed?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· 20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JSON &amp; YAML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"Extract the name, date, and amount from this receipt text. Return valid JSON only, with exactly these keys: name, date, amount. No extra text."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577840" cy="2926080"/>
          </a:xfrm>
          <a:prstGeom prst="roundRect">
            <a:avLst>
              <a:gd name="adj" fmla="val 3125"/>
            </a:avLst>
          </a:prstGeom>
          <a:solidFill>
            <a:srgbClr val="2436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"Aditi Sharma",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"date": "2026-08-14",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"amount": "₹1,240.00"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52578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keys across repeated calls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commas or malformed brackets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adds prose before/after the JSON block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52578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state “JSON only, no extra text” and give the exact key schema up front.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CONTROL · 15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Unbounding &amp; ELI5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2E6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work/icons/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1287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Unbounding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facts, new register — the prompt sets the tone, not the content.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4747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520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"Photosynthesis converts CO₂ and H₂O into glucose using light energy."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45720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2A65A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6177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Casual: "Plants basically eat sunlight to cook up their own food."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80760" y="178308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1B2A4A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0" y="205740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1" descr="/home/claude/work/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123" y="212872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It Like I'm 5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400800" y="2788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model to the simplest possible register — short words, one idea per sentence, a familiar analogy.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0800" y="36576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24365F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3703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"Explain what a black hole is, like I’m five years old."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0" y="480060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2A65A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4846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"It’s like a giant vacuum in space so strong that not even light can escape it."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New Tools In Your Kit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/home/claude/work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0372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Generation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count, exact structure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5196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96596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0" name="Image 1" descr="/home/claude/work/icons/sciss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603" y="20372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628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you prompt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010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14" name="Shape 10"/>
          <p:cNvSpPr/>
          <p:nvPr/>
        </p:nvSpPr>
        <p:spPr>
          <a:xfrm>
            <a:off x="8275320" y="196596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2" descr="/home/claude/work/icons/minimi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643" y="20372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7532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vs abstractive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292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3" descr="/home/claude/work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" y="423184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YAML Output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77240" y="4937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parseable results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5196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24" name="Shape 18"/>
          <p:cNvSpPr/>
          <p:nvPr/>
        </p:nvSpPr>
        <p:spPr>
          <a:xfrm>
            <a:off x="4526280" y="416052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5" name="Image 4" descr="/home/claude/work/icons/ty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603" y="4231843"/>
            <a:ext cx="451714" cy="45171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780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Unbounding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26280" y="4937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facts, new register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0100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29" name="Shape 22"/>
          <p:cNvSpPr/>
          <p:nvPr/>
        </p:nvSpPr>
        <p:spPr>
          <a:xfrm>
            <a:off x="8275320" y="416052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0" name="Image 5" descr="/home/claude/work/icons/sm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643" y="4231843"/>
            <a:ext cx="451714" cy="45171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0684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Explain-It-Like-I'm-5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275320" y="4937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possible register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02920" y="6217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SESSION: Role Prompting · Avoiding Hallucination · Thinking Time · Inner Monologue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" name="Image 0" descr="/home/claude/work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10459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2860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a messy paragraph or document next class.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37490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chunk and summarize it live, then start Role Prompting and GPT tactics — avoiding hallucination, thinking time, and inner monologue — in Session 6.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2960" y="50749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write one List Generation prompt and one JSON-output prompt for something from your own coursework.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2026-08-17T00:03:31Z</dcterms:created>
  <dcterms:modified xsi:type="dcterms:W3CDTF">2026-08-17T00:03:31Z</dcterms:modified>
</cp:coreProperties>
</file>