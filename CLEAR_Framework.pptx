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clearly: syllabus lists 'Concise and Logical Prompt Crafting' as ONE component. Students often assume 5 letters = 5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angle: 'What is Concise and Logical Prompt Crafting? Rewrite the given vague prompt using this principle.' Practical rewrite questions are common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angle: 'Differentiate implicit and explicit prompting with an example.' / 'List the 4 elements to specify in explicit prompt crafting.'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angle: 'Explain adaptive prompt crafting with a multi-turn example.' (10-mark, expects the full before/adapt/after sequence)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angle: 'How is Reflective Prompt Crafting related to Self-Eval LLM Responses covered earlier?' (common linking-question style)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 Framework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Evaluation &amp; Fine Tuning — Session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9483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382219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principles to a structured framework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/home/claude/icons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gave you principles. Unit 3 gives you a framework.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237744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560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Direction · Provide Examples · Specify Format · Evaluate Quality · Divide Labour — useful, but informal.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" y="4114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2976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gives you a repeatable checklist you can apply to any prompt — and it's directly examinable as a named framework, unlike the informal principles.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Acronym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/home/claude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" y="182880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32461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&amp; Logical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511296" y="182880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11296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3648456" y="32461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27064" y="182880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1B2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27064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6364224" y="32461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942832" y="182880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42832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9079992" y="32461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4800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4 components, not 5 — "C" already covers Concise + Logical together.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&amp; LOGICAL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65960"/>
            <a:ext cx="11155680" cy="201168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only what's needed, in the order the model needs it.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6898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543300" y="310896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10896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61822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892540" y="3108960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&amp; LOGICAL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/ After Example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202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 I was thinking maybe you could possibly help me write something about dogs, like maybe a paragraph, not too long, for a project I'm doing for school about pets and stuff."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6060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 100-word paragraph about dog behavior for a school pet project."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4343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request, half the words, zero guesswork left for the model.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&amp; LOGICAL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Order Matters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202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6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6B7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"...for a school project, plain English, write about dog behavior, keep it to 100 words"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02920" y="3611880"/>
            <a:ext cx="11155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2062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223260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497580" y="42062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42062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663940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938260" y="42062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09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"For a school project, write a 100-word paragraph about dog behavior in plain English."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&amp; LOGICAL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Class Activity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659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9202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messy prompt goes up on the board.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502920" y="292608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2 minutes to rewrite it — concise and logical.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502920" y="388620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8404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Cold-call: 2 students share their rewrite.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10312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377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exact expectations — don't let the model guess length, tone, audience, or format.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Pair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202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about climate change."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6060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 150-word explainer on climate change for high schoolers, in plain English, no scientific jargon, ending with 1 actionable tip."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Things to Make Explicit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55680" cy="3291840"/>
        </p:xfrm>
        <a:graphic>
          <a:graphicData uri="http://schemas.openxmlformats.org/drawingml/2006/table">
            <a:tbl>
              <a:tblPr/>
              <a:tblGrid>
                <a:gridCol w="3904488"/>
                <a:gridCol w="72511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words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English, no jargon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schoolers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 ending in 1 actionable tip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 with Unit 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19456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423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Principle 3 (Specify Format) — CLEAR just formalizes it as one of 4 required checks, not optional.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10312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377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is a conversation, not a single shot — adjust the next prompt based on what the model got wrong.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Multi-Turn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202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"Explain photosynthesis." → model gives a casual, general answer.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 — ADAPT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6060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"Make this more formal and add the chemical equation." → improved, precise output.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4343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topic, two turns — the second prompt reacts to what the first one lacked.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Adapt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55680" cy="2651760"/>
        </p:xfrm>
        <a:graphic>
          <a:graphicData uri="http://schemas.openxmlformats.org/drawingml/2006/table">
            <a:tbl>
              <a:tblPr/>
              <a:tblGrid>
                <a:gridCol w="3569818"/>
                <a:gridCol w="7585862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Follow-Up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tone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"Rewrite this in a more formal tone."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detail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"Add the chemical equation and one real example."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format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"Turn this into a numbered list of 5 steps."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Distinction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19456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423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≠ starting over. It's building on the existing output, not discarding it.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10312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377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getting an output, prompt for self-reflection: does it meet the goal? What's missing?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20240"/>
            <a:ext cx="11155680" cy="2377440"/>
          </a:xfrm>
          <a:prstGeom prst="roundRect">
            <a:avLst>
              <a:gd name="adj" fmla="val 3077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176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"Does this answer fully address the original question? List anything missing or incorrect."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model reviews its own output and self-corrects.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PROMPT CRAFTING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Connects to Prior Knowledge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rep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103120"/>
            <a:ext cx="11155680" cy="1920240"/>
          </a:xfrm>
          <a:prstGeom prst="roundRect">
            <a:avLst>
              <a:gd name="adj" fmla="val 3810"/>
            </a:avLst>
          </a:prstGeom>
          <a:solidFill>
            <a:srgbClr val="E2E6F0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4231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1" descr="/home/claude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57677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5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· GPT Tactics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200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idea as Self-Eval LLM Responses — CLEAR just names it as the framework's final, formal step.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CLEAR Loop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/home/claude/icons/rep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Concise-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237744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56616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6616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37744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30936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237744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9052560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52560" y="2377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loops back to refine )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4937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cycle, not a line — Reflective feeds straight back into the next Concise-Logical draft.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PROMPT–OUTPUT RELATIONSHIP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icons/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10312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377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quality is a direct function of prompt clarity — small prompt changes → large output shifts.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1605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two slightly different prompts, visibly different outputs.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Summary Table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0927080" y="713232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/home/claude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2645" y="888797"/>
            <a:ext cx="380390" cy="38039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3566160"/>
        </p:xfrm>
        <a:graphic>
          <a:graphicData uri="http://schemas.openxmlformats.org/drawingml/2006/table">
            <a:tbl>
              <a:tblPr/>
              <a:tblGrid>
                <a:gridCol w="2231136"/>
                <a:gridCol w="4239158"/>
                <a:gridCol w="4685386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Definition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Concise-Logical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only what's needed, in order.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→ Task → Constraints → Format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exact expectations.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Length, tone, audience, format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 the next prompt based on results.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"Make this more formal, add the equation."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the model to self-check.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"What's missing or incorrect?"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724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" name="Image 0" descr="/home/claude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93085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Exit Questions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194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one of your own vague prompts, applying all 4 CLEAR steps.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3063240"/>
            <a:ext cx="11155680" cy="0"/>
          </a:xfrm>
          <a:prstGeom prst="line">
            <a:avLst/>
          </a:prstGeom>
          <a:noFill/>
          <a:ln w="19050">
            <a:solidFill>
              <a:srgbClr val="3A4A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703320"/>
            <a:ext cx="11155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CLEAR framework.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Explicit vs. Adaptive prompting.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 Reflective crafting to Self-Eval.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2026-09-16T23:22:03Z</dcterms:created>
  <dcterms:modified xsi:type="dcterms:W3CDTF">2026-09-16T23:22:03Z</dcterms:modified>
</cp:coreProperties>
</file>